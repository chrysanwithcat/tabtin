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718" userDrawn="1">
          <p15:clr>
            <a:srgbClr val="747775"/>
          </p15:clr>
        </p15:guide>
        <p15:guide id="2" pos="4066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516" y="108"/>
      </p:cViewPr>
      <p:guideLst>
        <p:guide orient="horz" pos="1718"/>
        <p:guide pos="406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大家好，今天分享一个我最近偶然翻到的开源项目 TabTin。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但我不打算只讲这个项目本身，我想从一个大家都有体感的问题聊起：为什么 AI 让我们个人干活快了，团队却没跟着快起来？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是这条线上的一个观察样本，我们会看到它和多智能体协同这个很热的方向，其实在填同一道沟。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先问大家一个问题：最近有没有遇到过这种场景——你让 AI 做了一下午的活，同事接手的时候要重新问你一遍结论怎么来的、数据从哪来的。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这不是某个人不上心，而是我们现在用的这些 AI 工具，它设计的时候就是围着"你这一个人"转的。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你做完了，上下文在你的对话框里，方法在你的 Prompt 里，判断依据在你的历史记录里。这些东西不会自动变成团队的资产。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这个鸿沟不是我瞎编的。个人层面，受控实验里编码任务完成时间提升在 20% 到 55% 这个区间，体感上确实快了。当然也有严谨实验发现资深开发者在熟悉代码上反而慢了 19%，说明这个数字高度依赖任务类型。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但把视角拉到宏观，经济学家 Acemoglu 估算十年间 AI 对全要素生产率的贡献只有大约 0.5%——这是偏保守的估算，乐观模型到年均 0.7 个百分点。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经济学家管这个叫"生产率悖论"——索洛 1987 年就说过，到处都看得到计算机时代，唯独生产率统计里看不到。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中间的原因有很多，今天我们不展开经济学，只聚焦一个：信息从一个人传到另一个人时，在"汇报/交接"这一步被压成了有损摘要。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现在的 AI coding 工具——Codex、Claude Code——把"一个人怎么和 AI 干活"这条链打磨得很完整。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从最底下一次无状态的 API 请求，到 Agent 循环、记忆注入、沙箱审批、MCP 协议扩展、状态持久，最上面多任务编排，这七层全是围绕你这一个人的 session 跑的。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但你往右边看——多人协作、任务接续、上下文共享、方法复用、执行追溯——这一层，现在的工具基本是空白。这就是 TabTin 切入的位置，也是接下来多智能体协同这个话题要回应的问题。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面对右边那片空白，技术界很自然地想到一个方向：既然一个人调度 agent 能提效，那多来几个 agent 一起干是不是更快？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这就是最近很热的多智能体协同、Agent Teams 这类概念。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但我读下来发现，这件事比"多个 agent 互相发消息"复杂得多。我们接下来花几分钟把它讲透，因为这是理解后面 TabTin 为什么选那条路的钥匙。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左边是子代理：星型，主管派活下属汇报，下属之间不能说话。右边是多智能体协同：网状，队友之间可以直接对话。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最典型的例子——安全审查 agent 发现问题，中途直接喊正在做性能优化的 agent"别把这个写法用到别处"。子代理架构做不到，因为它们之间零通信。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现状：Codex 目前只做到左边；Claude Code 的 Agent Teams 想做右边，但还在研究预览阶段，工具链还在早期。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这一页是整个多智能体话题的核心。左边：A 子代理花十分钟读了二十个文件，回传给主线程的只有一句"建议方案 B"。但 B 子代理可能恰恰需要知道"A 当时为什么否掉了方案 A 里那个边界条件"——这个细节在 A 压缩成摘要时就被扔了。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右边：多智能体协同让发现问题的 agent 和需要这个信息的 agent 直接对话，信息只损耗一次。这其实就是我们 P2 说的"同事接不住你"的 agent 版本。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认知层面也是同一个道理：你自己检查自己的考卷，你会犯的错第二遍还会犯。多个独立视角互相挑错，收敛到同一答案才值得信。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讲到这里必须泼两盆冷水，不然就变成无脑吹多智能体了。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第一盆：多 agent 辩论大约消耗 2 到 5 倍 token。原论文没做"给单 agent 同样多 token"的对照。后来有人补上了，结果发现单 agent 拿同样多的 token 自己深想，不一定差。所以多 agent 买的不是算力，是真正的独立视角。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第二盆更扎心：2026 年一项针对 7 到 8B 参数模型的研究发现，同质小组辩论不仅没有提升准确性，反而比独立自校正多花了 2 到 3.4 倍 token——因为 sycophantic conformity，就是大家一起掉到同一个沟里，还因为"别人也这么说"更自信了。共享同一套训练分布，就共享同一类盲点。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所以那句话记住：同一个模型开三个实例互相点头，那不叫多智能体，叫一场自我肯定的表演。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讲完多智能体协同的坑，现在来看 TabTin。它是个开源的人机协作平台，AGPL。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它最有意思的不是做了什么，而是没做什么——它没有急着让 agent 之间互相聊天，而是先解决"人接续人的工作"。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四个机制：交接任务时冻结完整上下文带上引用文档；人和 agent 在同一份在线文档表格 PPT 上操作；方法固化成可复用的 agent 角色；执行记录可追溯，判断仍然由人做。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你会发现，它选的这条路，正好是上一页那条冷水的回响——没有真正异质性的协同，不如不做。它先把人之间的接续做扎实。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这个项目不是套壳。它开放的是真实产品代码：Electron 桌面端、移动端、服务端、Agent Runtime、实时协作、管理后台，AGPL 协议，可以自己部署。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我读源码时注意到三个架构决策，比功能列表更能说明它想做什么。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第一，Agent 和 Device 是解耦的——Agent 表示"谁参与"，Device 表示"在哪执行"。同一个 Agent 可以在不同电脑上跑，你手机上发起的任务在桌面 Daemon 上执行。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第二，交接不等于共享目录。你的 Workspace 是私有的，任务交接时只带引用材料和上下文，不会把你的整个本地目录甩给同事。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第三，它的检查点叫 Shadow Git——在用户项目目录外面维护一个隐藏仓库，通过 core.worktree 指向你的项目，不污染你自己的 .git。这是"工作可交接"在工程上的具体落地。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当然它现在还是 Public Preview，成熟度参差不齐，这点要有预期。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这一页直接对比。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Codex 和 Claude Code 的设计假设从头到尾就是单用户。Codex 是"派发后走开"，所以用内核级沙箱做硬隔离；Claude Code 是"人在终端前盯着"，所以用 hooks 和 /rewind 做软边界。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不一样的地方在最后两行：多人协作和工作交接。它假设一个团队，人和 Agent 一起干活。CRDT 让人和 Agent 同时编辑同一份文档；交接时冻结上下文带引用材料，不是把整个目录甩给同事。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但它不是全赢——coding 深度不如那两个，沙箱也不是内核级。它的定位是：Codex 和 Claude Code 把"一个人跟 AI 干活"磨到了极致，TabTin 站在右边那层空白上，解决"一个人干完了怎么让下一个人接得住"。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把今天讲的两条路放在一起看。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左边多智能体协同，保护的是 agent 之间的独立视角，不让它在层级汇报中被压平。右边 TabTin，保护的是人之间的工作上下文，不让它在交接中被丢掉。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方向不同，但你看下面这行——它们填的是同一道沟：信息从一个工作主体传到另一个工作主体时，别在"汇报/交接"这一步被压成有损摘要。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这就是为什么我说 TabTin 是个影子——它背后是整个 AI 协作领域正在面对的同一个问题。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最后不讲大道理，给一个明天就能试的动作。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下次你用 AI 做完一个东西，别只把最终文件丢给同事。多做一步：把"我当时为什么这么判断、参考了哪几个资料、否掉了哪个方案"一起交出去。哪怕就是在文档开头写三行字。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 TabTin 在工程上自动化的事——冻结上下文、带上引用材料。但不用等平台，今天手动就能开始。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多智能体也好，协作平台也好，核心就一句话：让工作能被下一个人接得住。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最后收一句。今天从生产率悖论聊到多智能体协同，再到 TabTin，核心就这一句：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 真正的效率红利，可能不在一个人用多快，而在一群人能不能互相接住。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是 AGPL 的开源项目，现在 Public Preview，感兴趣的可以去 GitHub 跑一跑。我自己也是刚接触，有什么想法欢迎一起讨论，问答环节大家随便问。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notesSlide" Target="../notesSlides/notesSlide4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13" Type="http://schemas.openxmlformats.org/officeDocument/2006/relationships/slideLayout" Target="../slideLayouts/slideLayout12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tags" Target="../tags/tag27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tags" Target="../tags/tag26.xml"/><Relationship Id="rId5" Type="http://schemas.openxmlformats.org/officeDocument/2006/relationships/tags" Target="../tags/tag20.xml"/><Relationship Id="rId10" Type="http://schemas.openxmlformats.org/officeDocument/2006/relationships/tags" Target="../tags/tag25.xml"/><Relationship Id="rId4" Type="http://schemas.openxmlformats.org/officeDocument/2006/relationships/tags" Target="../tags/tag19.xml"/><Relationship Id="rId9" Type="http://schemas.openxmlformats.org/officeDocument/2006/relationships/tags" Target="../tags/tag24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397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技术分享 · 开源项目观察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032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4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从一个人爽，到一群人接住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302000"/>
            <a:ext cx="609600" cy="381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36195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开源项目 TabTin，以及它背后那道 AI 协作还没跨过去的沟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842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部门技术交流 · 2026.09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· 开场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你让 AI 做的东西，同事接得住吗？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7">
            <a:off x="1016004" y="215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016000" y="25400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你昨天让 AI 帮你做了一下午竞品调研，今天同事接手，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第一句话是：</a:t>
            </a: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"这个结论怎么来的？那个数据源链接呢？"</a:t>
            </a:r>
          </a:p>
          <a:p>
            <a:pPr marL="0"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你得翻两百条聊天记录，才能把当时的判断依据找出来。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1016000" y="4826000"/>
            <a:ext cx="50800" cy="762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320800" y="4826000"/>
            <a:ext cx="990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这不是你不负责。是现在的工具帮你把活干完了，却</a:t>
            </a:r>
            <a:r>
              <a:rPr lang="en-US" sz="17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没帮你把过程留下来</a:t>
            </a: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· 开场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这不是体感，是统计数字里的鸿沟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413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受控实验中个人编码效率提升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857500"/>
            <a:ext cx="463423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7200" b="1" i="0" u="none" strike="noStrike" dirty="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20%–55%</a:t>
            </a:r>
            <a:endParaRPr lang="en-US" sz="1050" dirty="0"/>
          </a:p>
        </p:txBody>
      </p:sp>
      <p:sp>
        <p:nvSpPr>
          <p:cNvPr id="6" name="AutoShape 6"/>
          <p:cNvSpPr/>
          <p:nvPr/>
        </p:nvSpPr>
        <p:spPr>
          <a:xfrm>
            <a:off x="5588000" y="3175000"/>
            <a:ext cx="101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≠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858000" y="2413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十年 TFP 提升（保守估算）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858000" y="2857500"/>
            <a:ext cx="431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~0.5%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4297">
            <a:off x="1016004" y="4946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16000" y="5207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这就是"生产率悖论"在 AI 时代的重演：索洛 1987 年说"到处都看得到计算机时代，唯独生产率统计里看不到"。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中间隔着测度、时滞、组织再造——今天我们只聊其中一道：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信息在交接中被压平的那道沟</a:t>
            </a: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· 现状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单用户这条链，已经被磨得很完整了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508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Codex / Claude Code 这类 coding agent 的技术栈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016000" y="2413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1168400" y="24130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</a:t>
            </a: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一次无状态的 API 请求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016000" y="2895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1168400" y="28956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循环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tool_use ⇄ tool_result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1016000" y="33782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1168400" y="33782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记忆与上下文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系统指令 · 项目记忆 · 压缩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1016000" y="38608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1168400" y="38608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沙箱与权限</a:t>
            </a:r>
            <a:r>
              <a:rPr lang="en-US" sz="13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审批策略 · OS 级隔离 · 路径白名单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1016000" y="43434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l">
              <a:defRPr/>
            </a:pPr>
            <a:endParaRPr sz="1300"/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1168400" y="43434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1016000" y="4826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1168400" y="48260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状态持久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checkpoint 回滚 · worktree 隔离</a:t>
            </a:r>
            <a:endParaRPr lang="en-US" sz="1100"/>
          </a:p>
        </p:txBody>
      </p:sp>
      <p:sp>
        <p:nvSpPr>
          <p:cNvPr id="17" name="AutoShape 17"/>
          <p:cNvSpPr/>
          <p:nvPr>
            <p:custDataLst>
              <p:tags r:id="rId13"/>
            </p:custDataLst>
          </p:nvPr>
        </p:nvSpPr>
        <p:spPr>
          <a:xfrm>
            <a:off x="1016000" y="5308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>
            <p:custDataLst>
              <p:tags r:id="rId14"/>
            </p:custDataLst>
          </p:nvPr>
        </p:nvSpPr>
        <p:spPr>
          <a:xfrm>
            <a:off x="1168400" y="53086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编排</a:t>
            </a:r>
            <a:r>
              <a:rPr lang="en-US" sz="1300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子代理 · 并行 fan-out · 云端异步</a:t>
            </a:r>
            <a:endParaRPr lang="en-US" sz="130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858000" y="2413000"/>
            <a:ext cx="4318000" cy="3327400"/>
          </a:xfrm>
          <a:prstGeom prst="roundRect">
            <a:avLst>
              <a:gd name="adj" fmla="val 0"/>
            </a:avLst>
          </a:prstGeom>
          <a:solidFill>
            <a:srgbClr val="C9302C">
              <a:alpha val="4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112000" y="2667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团队协作层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112000" y="2980690"/>
            <a:ext cx="3810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8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多人任务接续</a:t>
            </a:r>
            <a:endParaRPr lang="en-US" sz="1100"/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工作上下文共享</a:t>
            </a: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方法/Skill 复用</a:t>
            </a: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执行记录与追溯</a:t>
            </a: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权限与用量治理</a:t>
            </a:r>
          </a:p>
        </p:txBody>
      </p:sp>
      <p:sp>
        <p:nvSpPr>
          <p:cNvPr id="22" name="AutoShape 22"/>
          <p:cNvSpPr/>
          <p:nvPr/>
        </p:nvSpPr>
        <p:spPr>
          <a:xfrm>
            <a:off x="7112000" y="5308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这一层基本是空白</a:t>
            </a:r>
          </a:p>
        </p:txBody>
      </p:sp>
      <p:sp>
        <p:nvSpPr>
          <p:cNvPr id="23" name="AutoShape 10"/>
          <p:cNvSpPr/>
          <p:nvPr>
            <p:custDataLst>
              <p:tags r:id="rId15"/>
            </p:custDataLst>
          </p:nvPr>
        </p:nvSpPr>
        <p:spPr>
          <a:xfrm>
            <a:off x="1168400" y="43434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协议扩展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MCP 工具协议 · Hooks 治理钩子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286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8575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一个很自然的想法：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683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D4E9F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既然一个人用 Agent 快，多来几个一起干？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4826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这就是"多智能体协同"热起来的起点——但它比"多个 agent 聊天"复杂得多，也有坑。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先别混：这是两种拓扑，不是版本升级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1968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子代理　星型 / 层级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8568101">
            <a:off x="2318895" y="3086072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8469625">
            <a:off x="2318895" y="4013228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Connector 7"/>
          <p:cNvCxnSpPr/>
          <p:nvPr/>
        </p:nvCxnSpPr>
        <p:spPr>
          <a:xfrm rot="-2330374">
            <a:off x="3652467" y="3086072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/>
        </p:nvCxnSpPr>
        <p:spPr>
          <a:xfrm rot="2231898">
            <a:off x="3652467" y="4013228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921000" y="3365500"/>
            <a:ext cx="1016000" cy="4064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主线程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651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1" name="AutoShape 11"/>
          <p:cNvSpPr/>
          <p:nvPr/>
        </p:nvSpPr>
        <p:spPr>
          <a:xfrm>
            <a:off x="1651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2" name="AutoShape 12"/>
          <p:cNvSpPr/>
          <p:nvPr/>
        </p:nvSpPr>
        <p:spPr>
          <a:xfrm>
            <a:off x="4445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lnSpc>
                <a:spcPct val="125000"/>
              </a:lnSpc>
              <a:buSzTx/>
              <a:defRPr/>
            </a:pPr>
            <a:r>
              <a:rPr lang="en-US" sz="12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子Agent</a:t>
            </a:r>
          </a:p>
        </p:txBody>
      </p:sp>
      <p:sp>
        <p:nvSpPr>
          <p:cNvPr id="13" name="AutoShape 13"/>
          <p:cNvSpPr/>
          <p:nvPr/>
        </p:nvSpPr>
        <p:spPr>
          <a:xfrm>
            <a:off x="4445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4" name="AutoShape 14"/>
          <p:cNvSpPr/>
          <p:nvPr/>
        </p:nvSpPr>
        <p:spPr>
          <a:xfrm>
            <a:off x="1016000" y="501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下属只能向主线程汇报，彼此零通信；主线程单点分发、汇总，token 省但有单点瓶颈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1968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　网状 / 对等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731000" y="2667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  <a:endParaRPr sz="1300"/>
          </a:p>
        </p:txBody>
      </p:sp>
      <p:sp>
        <p:nvSpPr>
          <p:cNvPr id="17" name="AutoShape 17"/>
          <p:cNvSpPr/>
          <p:nvPr/>
        </p:nvSpPr>
        <p:spPr>
          <a:xfrm>
            <a:off x="8382000" y="2540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18" name="AutoShape 18"/>
          <p:cNvSpPr/>
          <p:nvPr/>
        </p:nvSpPr>
        <p:spPr>
          <a:xfrm>
            <a:off x="9906000" y="3048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19" name="AutoShape 19"/>
          <p:cNvSpPr/>
          <p:nvPr/>
        </p:nvSpPr>
        <p:spPr>
          <a:xfrm>
            <a:off x="9144000" y="4064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20" name="AutoShape 20"/>
          <p:cNvSpPr/>
          <p:nvPr/>
        </p:nvSpPr>
        <p:spPr>
          <a:xfrm>
            <a:off x="7112000" y="3937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26" name="AutoShape 26"/>
          <p:cNvSpPr/>
          <p:nvPr/>
        </p:nvSpPr>
        <p:spPr>
          <a:xfrm>
            <a:off x="6350000" y="501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队友之间直接喊话；共享任务看板、文件锁、依赖自动调度——但 token 更贵、调试更复杂</a:t>
            </a:r>
            <a:endParaRPr lang="en-US" sz="1100"/>
          </a:p>
        </p:txBody>
      </p:sp>
      <p:cxnSp>
        <p:nvCxnSpPr>
          <p:cNvPr id="27" name="直接箭头连接符 26"/>
          <p:cNvCxnSpPr/>
          <p:nvPr/>
        </p:nvCxnSpPr>
        <p:spPr>
          <a:xfrm>
            <a:off x="7620000" y="2990850"/>
            <a:ext cx="1962150" cy="9906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/>
        </p:nvCxnSpPr>
        <p:spPr>
          <a:xfrm flipH="1">
            <a:off x="7464425" y="2962275"/>
            <a:ext cx="1333500" cy="92075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7620000" y="3016250"/>
            <a:ext cx="2117725" cy="2254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8756650" y="2959100"/>
            <a:ext cx="809625" cy="10128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V="1">
            <a:off x="7483475" y="3254375"/>
            <a:ext cx="2222500" cy="6096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7985125" y="4102100"/>
            <a:ext cx="1098550" cy="13017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7153275" y="3044825"/>
            <a:ext cx="146050" cy="8255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 flipV="1">
            <a:off x="7620000" y="2670175"/>
            <a:ext cx="625475" cy="1238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9210675" y="2662555"/>
            <a:ext cx="1035050" cy="29972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 flipV="1">
            <a:off x="9769475" y="3400425"/>
            <a:ext cx="571500" cy="5715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它真正填的，是“汇报”这一步的损耗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子代理：信息被压缩两次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 读了 20</a:t>
            </a:r>
          </a:p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个文件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"建议方案 B"——哪一行代码、哪个边界条件、为什么否掉方案 A，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这些细节在压缩时已经被扔了；主线程再转述一次，又衰减一次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350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多智能体协同：点对点，只损耗一次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350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 发现了关键细节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34376">
            <a:off x="8001032" y="28892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3" name="AutoShape 13"/>
          <p:cNvSpPr/>
          <p:nvPr/>
        </p:nvSpPr>
        <p:spPr>
          <a:xfrm>
            <a:off x="8128000" y="2603500"/>
            <a:ext cx="101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直接喊你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271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 直接收到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发现问题的和需要这个信息的直接对话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这正是 P2 那个"同事接不住"的 agent 版本</a:t>
            </a:r>
          </a:p>
        </p:txBody>
      </p:sp>
      <p:cxnSp>
        <p:nvCxnSpPr>
          <p:cNvPr id="16" name="Connector 16"/>
          <p:cNvCxnSpPr/>
          <p:nvPr/>
        </p:nvCxnSpPr>
        <p:spPr>
          <a:xfrm rot="-4297">
            <a:off x="1016004" y="4819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1016000" y="5080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认知层面也一样：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自己检查自己的考卷，盲点是同一类的</a:t>
            </a: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多个独立视角互相挑错，收敛到同一答案才可信；没收敛的分歧点，正好标出哪里有不确定性。</a:t>
            </a:r>
          </a:p>
        </p:txBody>
      </p:sp>
      <p:sp>
        <p:nvSpPr>
          <p:cNvPr id="19" name="AutoShape 5"/>
          <p:cNvSpPr/>
          <p:nvPr/>
        </p:nvSpPr>
        <p:spPr>
          <a:xfrm>
            <a:off x="3175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B收到</a:t>
            </a:r>
            <a:endParaRPr lang="zh-CN" altLang="en-US" sz="1100"/>
          </a:p>
        </p:txBody>
      </p:sp>
      <p:cxnSp>
        <p:nvCxnSpPr>
          <p:cNvPr id="20" name="Connector 6"/>
          <p:cNvCxnSpPr/>
          <p:nvPr/>
        </p:nvCxnSpPr>
        <p:spPr>
          <a:xfrm rot="-85925">
            <a:off x="4064079" y="290830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5"/>
          <p:cNvSpPr/>
          <p:nvPr/>
        </p:nvSpPr>
        <p:spPr>
          <a:xfrm>
            <a:off x="4572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转发至C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612900" y="2628900"/>
            <a:ext cx="1886585" cy="302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压缩成一句话摘要</a:t>
            </a:r>
            <a:endParaRPr lang="en-US" altLang="en-US" sz="1100">
              <a:solidFill>
                <a:srgbClr val="C9302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3" name="Connector 12"/>
          <p:cNvCxnSpPr/>
          <p:nvPr/>
        </p:nvCxnSpPr>
        <p:spPr>
          <a:xfrm rot="-34376">
            <a:off x="1905032" y="290830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但别急着上：两盆冷水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1590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冷水一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同样多的 token，单 agent 不一定输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3238500"/>
            <a:ext cx="482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 agent 辩论约消耗 </a:t>
            </a: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2–5 倍 token</a:t>
            </a: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。但原论文没做对照——后来补上：给单 agent 同样多的 token 让它自己深想，结果能匹配甚至超过多 agent。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它买的不是算力效率，是"独立视角"这个更结构化的东西。</a:t>
            </a:r>
          </a:p>
        </p:txBody>
      </p:sp>
      <p:cxnSp>
        <p:nvCxnSpPr>
          <p:cNvPr id="7" name="Connector 7"/>
          <p:cNvCxnSpPr/>
          <p:nvPr/>
        </p:nvCxnSpPr>
        <p:spPr>
          <a:xfrm rot="5384373">
            <a:off x="4699000" y="3676664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477000" y="21590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冷水二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464300" y="2286000"/>
            <a:ext cx="1442085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共识崩塌</a:t>
            </a:r>
            <a:endParaRPr lang="en-US" sz="1800" b="1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456045" y="3009900"/>
            <a:ext cx="482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 年一项针对 7–8B 模型的研究发现：</a:t>
            </a:r>
            <a:r>
              <a:rPr lang="en-US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同质小组辩论不仅没有提升准确性，反而比独立自校正多花 2.1–3.4 倍 token</a:t>
            </a:r>
            <a:r>
              <a:rPr lang="en-US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——大家一起掉到同一个沟里，还因为"别人也这么说"更自信了。</a:t>
            </a:r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1016000" y="5524500"/>
            <a:ext cx="50800" cy="508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320800" y="5524500"/>
            <a:ext cx="990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同一个模型开三个实例互相点头，那不叫多智能体，叫一场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自我肯定的表演</a:t>
            </a: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现在看 TabTin：它选了一条不同的路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1968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不急着让 Agent 之间互相聊天，先把</a:t>
            </a: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“人接续人的工作”</a:t>
            </a:r>
            <a:r>
              <a:rPr lang="en-US" sz="16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做好。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016000" y="2667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1270000" y="2819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交接 = 冻结上下文，不是甩摘要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270000" y="3200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任务交接时冻住对话上下文，带上引用过的文档表格——同事打开就知道你当时怎么判断的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6350000" y="2667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6604000" y="2819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 </a:t>
            </a:r>
            <a:r>
              <a:rPr lang="zh-CN" alt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、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操作同一份结果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6604000" y="3200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文档、多维表格、PPT、消息都是在线协作对象，Agent 直接编辑，人不用在聊天框和办公软件间搬运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1016000" y="4064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1270000" y="421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方法固化为可复用的 Agent 角色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1270000" y="4597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验证过的调研方法、Review 规则、测试步骤，沉淀成角色和 Skill，不靠某个人临时写的 Prompt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6350000" y="4064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6604000" y="421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执行可检查，责任可追溯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6604000" y="4597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权限、模型、用量、执行记录都在；Agent 干活，但判断和验收仍然是人做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1016000" y="5651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这个克制，正是上一页那条冷水的回响：没有真正异质性的协同，不如不做。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不是套壳：全栈开源，架构也较真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开源范围是真实产品代码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476500"/>
            <a:ext cx="4826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67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桌面端（Electron）与移动端</a:t>
            </a:r>
            <a:endParaRPr lang="en-US" sz="1100"/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服务端 + Agent Runtime（569 文件）</a:t>
            </a: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实时协作（CRDT 消息 / 文档 / 表格 / PPT）</a:t>
            </a: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模型管理与管理后台</a:t>
            </a: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许可证 AGPL-3.0，可自部署</a:t>
            </a:r>
          </a:p>
        </p:txBody>
      </p:sp>
      <p:cxnSp>
        <p:nvCxnSpPr>
          <p:cNvPr id="6" name="Connector 6"/>
          <p:cNvCxnSpPr/>
          <p:nvPr/>
        </p:nvCxnSpPr>
        <p:spPr>
          <a:xfrm rot="5385053">
            <a:off x="4635500" y="3613164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477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三个架构决策，能看出它想做什么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477000" y="247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≠ Device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身份和执行环境解耦——同一个 Agent 可以在不同电脑上跑，手机发起、桌面执行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477000" y="33020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交接 ≠ 共享目录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Workspace 是私有的，交接只带引用材料和上下文，不把你的整个目录甩给同事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77000" y="4127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Shadow Git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检查点挂在用户项目外的影子仓库，用 core.worktree 指向项目——不污染你自己的 .git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4297">
            <a:off x="1016004" y="545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1016000" y="5651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 Public Preview（公开预览）阶段 · github.com/tabtin-ai/TabTin · 官网 tabtin.com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 站在哪</a:t>
            </a:r>
            <a:endParaRPr lang="en-US" sz="11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16000" y="2032000"/>
          <a:ext cx="10160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维度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Codex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Claude Code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TabTin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302C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设计假设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单人 coding，派发后走开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单人 coding，人在终端前盯着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团队协作，人+Agent 一起干活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沙箱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内核级 Seatbelt / Landlock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应用层 hooks + 权限询问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应用层 judge()，三档审批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检查点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worktree 隔离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/rewind，不追踪 Bash 副作用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Shadow Git，不污染 .git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多人协作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Agent Teams，研究预览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CRDT 原生，人和 Agent 同一份文档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工作交接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会话历史在本地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会话历史在本地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冻结上下文带引用，换人接得住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· 合流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两条路，填的是同一道沟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270000" y="2514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270000" y="29210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技术界的桥：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保护 Agent 之间的</a:t>
            </a: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独立视角</a:t>
            </a: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，不被层级汇报压平</a:t>
            </a:r>
          </a:p>
        </p:txBody>
      </p:sp>
      <p:sp>
        <p:nvSpPr>
          <p:cNvPr id="7" name="AutoShape 7"/>
          <p:cNvSpPr/>
          <p:nvPr/>
        </p:nvSpPr>
        <p:spPr>
          <a:xfrm>
            <a:off x="6858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7112000" y="2514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112000" y="29210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产品界的桥：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保护人之间的</a:t>
            </a: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工作上下文</a:t>
            </a: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，不被交接丢掉</a:t>
            </a:r>
          </a:p>
        </p:txBody>
      </p:sp>
      <p:sp>
        <p:nvSpPr>
          <p:cNvPr id="10" name="AutoShape 10"/>
          <p:cNvSpPr/>
          <p:nvPr/>
        </p:nvSpPr>
        <p:spPr>
          <a:xfrm>
            <a:off x="5588000" y="29845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86000" y="4699000"/>
            <a:ext cx="7620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D132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2540000" y="4851400"/>
            <a:ext cx="711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共同的敌人：信息从一个工作主体传到另一个时，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在"汇报 / 交接"这一步被压成了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有损摘要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· 收尾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不用等平台，今天就能开始一件事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10160000" cy="1524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397000" y="2540000"/>
            <a:ext cx="939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下次你用 AI 做完一个东西，别只把最终文件丢给同事——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把</a:t>
            </a:r>
            <a:r>
              <a:rPr lang="en-US" sz="17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"我当时为什么这么判断、参考了哪几个资料、否掉了哪个方案"</a:t>
            </a: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一起交出去。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1016000" y="4318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这正是 TabTin 在工程上自动化的事，但今天手动就能做。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多智能体也好，协作平台也好，核心就一句：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让工作能被下一个人接得住。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905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END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4765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真正的效率红利，可能不在一个人用多快，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而在一群人能不能</a:t>
            </a:r>
            <a:r>
              <a:rPr lang="en-US" sz="3400" b="1" i="0" u="none" strike="noStrike">
                <a:solidFill>
                  <a:srgbClr val="D4E9F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互相接住</a:t>
            </a: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cxnSp>
        <p:nvCxnSpPr>
          <p:cNvPr id="4" name="Connector 4"/>
          <p:cNvCxnSpPr/>
          <p:nvPr/>
        </p:nvCxnSpPr>
        <p:spPr>
          <a:xfrm rot="-28647">
            <a:off x="1016026" y="4565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1016000" y="4889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 · 开源 · AGPL-3.0 · Public Preview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334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github.com/tabtin-ai/TabTin　·　tabtin.com　·　欢迎一起跑一跑，聊聊想法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2,&quot;left&quot;:80,&quot;top&quot;:190,&quot;width&quot;:400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5,&quot;left&quot;:80,&quot;top&quot;:210,&quot;width&quot;:80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1514</Words>
  <Application>Microsoft Office PowerPoint</Application>
  <PresentationFormat>宽屏</PresentationFormat>
  <Paragraphs>236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Administrator</cp:lastModifiedBy>
  <cp:revision>12</cp:revision>
  <dcterms:created xsi:type="dcterms:W3CDTF">2026-09-13T14:27:51Z</dcterms:created>
  <dcterms:modified xsi:type="dcterms:W3CDTF">2026-09-14T01:09:28Z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5A9291677AF1454FB7E015D156B1244B_12</vt:lpwstr>
  </property>
  <property fmtid="{D5CDD505-2E9C-101B-9397-08002B2CF9AE}" pid="3" name="KSOProductBuildVer">
    <vt:lpwstr>2052-12.1.0.28505</vt:lpwstr>
  </property>
</Properties>
</file>