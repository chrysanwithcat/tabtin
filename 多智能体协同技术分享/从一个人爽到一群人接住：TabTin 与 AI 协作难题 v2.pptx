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notesSlides/notesSlide1.xml" Type="http://schemas.openxmlformats.org/officeDocument/2006/relationships/notesSlide"/><Relationship Id="rId29" Target="notesSlides/notesSlide2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44" Target="notesSlides/notesSlide17.xml" Type="http://schemas.openxmlformats.org/officeDocument/2006/relationships/notesSlide"/><Relationship Id="rId45" Target="notesSlides/notesSlide18.xml" Type="http://schemas.openxmlformats.org/officeDocument/2006/relationships/notesSlide"/><Relationship Id="rId46" Target="notesSlides/notesSlide19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大家好，今天分享一个我最近偶然翻到的开源项目 TabTin。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但我不打算只讲这个项目本身，我想从一个大家都有体感的问题聊起：为什么 AI 让我们个人干活快了，团队却没跟着快起来？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TabTin 是这条线上的一个观察样本，我们会看到它和多智能体协同这个很热的方向，其实在填同一道沟。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先问大家一个问题：最近有没有遇到过这种场景——你让 AI 做了一下午的活，同事接手的时候要重新问你一遍结论怎么来的、数据从哪来的。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这不是某个人不上心，而是我们现在用的这些 AI 工具，它设计的时候就是围着"你这一个人"转的。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你做完了，上下文在你的对话框里，方法在你的 Prompt 里，判断依据在你的历史记录里。这些东西不会自动变成团队的资产。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这个鸿沟不是我瞎编的。个人层面，受控实验里编码任务完成时间提升在 20% 到 55% 这个区间，体感上确实快了。当然也有严谨实验发现资深开发者在熟悉代码上反而慢了 19%，说明这个数字高度依赖任务类型。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但把视角拉到宏观，经济学家 Acemoglu 估算十年间 AI 对全要素生产率的贡献只有大约 0.5%——这是偏保守的估算，乐观模型到年均 0.7 个百分点。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经济学家管这个叫"生产率悖论"——索洛 1987 年就说过，到处都看得到计算机时代，唯独生产率统计里看不到。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中间的原因有很多，今天我们不展开经济学，只聚焦一个：信息从一个人传到另一个人时，在"汇报/交接"这一步被压成了有损摘要。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现在的 AI coding 工具——Codex、Claude Code——把"一个人怎么和 AI 干活"这条链打磨得很完整。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从最底下一次无状态的 API 请求，到 Agent 循环、记忆注入、沙箱审批、MCP 协议扩展、状态持久，最上面多任务编排，这七层全是围绕你这一个人的 session 跑的。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但你往右边看——多人协作、任务接续、上下文共享、方法复用、执行追溯——这一层，现在的工具基本是空白。这就是 TabTin 切入的位置，也是接下来多智能体协同这个话题要回应的问题。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面对右边那片空白，技术界很自然地想到一个方向：既然一个人调度 agent 能提效，那多来几个 agent 一起干是不是更快？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这就是最近很热的多智能体协同、Agent Teams 这类概念。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但我读下来发现，这件事比"多个 agent 互相发消息"复杂得多。我们接下来花几分钟把它讲透，因为这是理解后面 TabTin 为什么选那条路的钥匙。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左边是子代理：星型，主管派活下属汇报，下属之间不能说话。右边是多智能体协同：网状，队友之间可以直接对话。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最典型的例子——安全审查 agent 发现问题，中途直接喊正在做性能优化的 agent"别把这个写法用到别处"。子代理架构做不到，因为它们之间零通信。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现状：Codex 目前只做到左边；Claude Code 的 Agent Teams 想做右边，但还在研究预览阶段，工具链还在早期。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这一页是整个多智能体话题的核心。左边：A 子代理花十分钟读了二十个文件，回传给主线程的只有一句"建议方案 B"。但 B 子代理可能恰恰需要知道"A 当时为什么否掉了方案 A 里那个边界条件"——这个细节在 A 压缩成摘要时就被扔了。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右边：多智能体协同让发现问题的 agent 和需要这个信息的 agent 直接对话，信息只损耗一次。这其实就是我们 P2 说的"同事接不住你"的 agent 版本。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认知层面也是同一个道理：你自己检查自己的考卷，你会犯的错第二遍还会犯。多个独立视角互相挑错，收敛到同一答案才值得信。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讲到这里必须泼两盆冷水，不然就变成无脑吹多智能体了。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第一盆：多 agent 辩论大约消耗 2 到 5 倍 token。原论文没做"给单 agent 同样多 token"的对照。后来有人补上了，结果发现单 agent 拿同样多的 token 自己深想，不一定差。所以多 agent 买的不是算力，是真正的独立视角。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第二盆更扎心：2026 年一项针对 7 到 8B 参数模型的研究发现，同质小组辩论不仅没有提升准确性，反而比独立自校正多花了 2 到 3.4 倍 token——因为 sycophantic conformity，就是大家一起掉到同一个沟里，还因为"别人也这么说"更自信了。共享同一套训练分布，就共享同一类盲点。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所以那句话记住：同一个模型开三个实例互相点头，那不叫多智能体，叫一场自我肯定的表演。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讲完多智能体协同的坑，现在来看 TabTin。它是个开源的人机协作平台，AGPL。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它最有意思的不是做了什么，而是没做什么——它没有急着让 agent 之间互相聊天，而是先解决"人接续人的工作"。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四个机制：交接任务时冻结完整上下文带上引用文档；人和 agent 在同一份在线文档表格 PPT 上操作；方法固化成可复用的 agent 角色；执行记录可追溯，判断仍然由人做。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你会发现，它选的这条路，正好是上一页那条冷水的回响——没有真正异质性的协同，不如不做。它先把人之间的接续做扎实。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这一页把 TabTin 的协作摊成四层看。最上面是团队协作层：组织、项目、团队空间、频道、消息。第二层是任务派发层：Project Task 带负责人、接受拒绝、状态和验收。第三层是 Agent 团队层：父 Agent 派子 Agent，后台并行再汇总。最底下是执行治理层：在哪个 Workspace、哪个 Device 跑，要不要人审批，预算和权限怎么管。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记住一句话就行：人负责目标、分工和验收；Agent 负责执行、整理和推进；系统负责上下文、权限、状态和证据链。这四层合起来，才是它说的"团队工作流"。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这一页讲一条任务在 TabTin 里怎么从头走到尾。团队在频道里讨论完，不用谁手动整理——某条消息可以直接转成 Agent 任务，源消息和回复线程自动带进去。然后建 Project Task 指定负责人，负责人自己接受或拒绝，再选自己的 Agent、Workspace、Device。跑的过程里所有事件、评论、产物都留着，最后团队验收，结果沉淀成交付物。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关键是：这不是普通 ToDo。它带会话、带交付物、带验收状态，是 AI 原生的工作单元。讨论在哪发生和任务在哪执行，被拆开了。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这个项目不是套壳。它开放的是真实产品代码：Electron 桌面端、移动端、服务端、Agent Runtime、实时协作、管理后台，AGPL 协议，可以自己部署。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我读源码时注意到三个架构决策，比功能列表更能说明它想做什么。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第一，Agent 和 Device 是解耦的——Agent 表示"谁参与"，Device 表示"在哪执行"。同一个 Agent 可以在不同电脑上跑，你手机上发起的任务在桌面 Daemon 上执行。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第二，交接不等于共享目录。你的 Workspace 是私有的，任务交接时只带引用材料和上下文，不会把你的整个本地目录甩给同事。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第三，它的检查点叫 Shadow Git——在用户项目目录外面维护一个隐藏仓库，通过 core.worktree 指向你的项目，不污染你自己的 .git。这是"工作可交接"在工程上的具体落地。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当然它现在还是 Public Preview，成熟度参差不齐，这点要有预期。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TabTin 的 Agent 内部也能组队，但它选的是受控派发，不是让几个 agent 互相聊天。父 Agent 像团队负责人，按 role 派子任务：数据采集、技术审查、文档撰写。子 Agent 后台并行跑，父 Agent 等它们全部回来再汇总。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两个细节很关键：一是 role 和 prompt 分开，"谁来做"和"做什么"分开；二是默认不把父对话全文塞给子 Agent，只给它一份自包含任务——这正好呼应前面说的，别让上下文在传递中被污染。审查员是只读的，执行员才有写权限。它是 star / mission 模式，不是无限自治的 agent 社会。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交接不是一个开关，而是四档。看：你只能盯着任务进展，不能动对方的现场。说：你可以在任务里发言、催 Agent，但真正执行、审批、花钱的还是原所有者。抄：你把任务 Fork 成自己的，接着做。接：原作者把上下文冻结、带上引用材料，你选自己的 Agent 和 Workspace，开一个独立续接任务。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点就在最后一个——交接不等于把你的电脑目录开放给别人。看、说、抄、接，是四种不同的权限。这也是它和"甩个摘要文件给你"最本质的区别。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这一页直接对比。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Codex 和 Claude Code 的设计假设从头到尾就是单用户。Codex 是"派发后走开"，所以用内核级沙箱做硬隔离；Claude Code 是"人在终端前盯着"，所以用 hooks 和 /rewind 做软边界。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TabTin 不一样的地方在最后两行：多人协作和工作交接。它假设一个团队，人和 Agent 一起干活。CRDT 让人和 Agent 同时编辑同一份文档；交接时冻结上下文带引用材料，不是把整个目录甩给同事。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但它不是全赢——coding 深度不如那两个，沙箱也不是内核级。它的定位是：Codex 和 Claude Code 把"一个人跟 AI 干活"磨到了极致，TabTin 站在右边那层空白上，解决"一个人干完了怎么让下一个人接得住"。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这一页是给后端和测试同学的技术彩蛋，时间紧可以跳。后端六件套一句话：Django 管业务和权限，PostgreSQL 存权威事实，Redis 做缓存锁队列，Celery 跑后台耗时任务，Centrifugo 推实时聊天，OSS 存大文件。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有个细节值得讲：它有两套实时通道。Centrifugo 管聊天通知广播；自研的 WebSocket Gateway 管更业务化的东西——Agent 流、设备控制、人在回路审批，还带断线恢复。安全上是三档审批 always_ask、auto、full_access，而且群协作空间会被强制钉到 always_ask，不能让某个人的全自动授权覆盖团队。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把今天讲的两条路放在一起看。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左边多智能体协同，保护的是 agent 之间的独立视角，不让它在层级汇报中被压平。右边 TabTin，保护的是人之间的工作上下文，不让它在交接中被丢掉。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方向不同，但你看下面这行——它们填的是同一道沟：信息从一个工作主体传到另一个工作主体时，别在"汇报/交接"这一步被压成有损摘要。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这就是为什么我说 TabTin 是个影子——它背后是整个 AI 协作领域正在面对的同一个问题。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最后不讲大道理，给一个明天就能试的动作。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下次你用 AI 做完一个东西，别只把最终文件丢给同事。多做一步：把"我当时为什么这么判断、参考了哪几个资料、否掉了哪个方案"一起交出去。哪怕就是在文档开头写三行字。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 TabTin 在工程上自动化的事——冻结上下文、带上引用材料。但不用等平台，今天手动就能开始。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多智能体也好，协作平台也好，核心就一句话：让工作能被下一个人接得住。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最后收一句。今天从生产率悖论聊到多智能体协同，再到 TabTin，核心就这一句：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 真正的效率红利，可能不在一个人用多快，而在一群人能不能互相接住。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TabTin 是 AGPL 的开源项目，现在 Public Preview，感兴趣的可以去 GitHub 跑一跑。我自己也是刚接触，有什么想法欢迎一起讨论，问答环节大家随便问。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397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技术分享 · 开源项目观察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从一个人爽，到一群人接住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302000"/>
            <a:ext cx="609600" cy="381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619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 TabTin，以及它背后那道 AI 协作还没跨过去的沟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842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部门技术交流 · 2026.09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开场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你让 AI 做的东西，同事接得住吗？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152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你昨天让 AI 帮你做了一下午竞品调研，今天同事接手，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第一句话是：</a:t>
            </a:r>
            <a:r>
              <a:rPr lang="en-US" b="true" i="false" strike="noStrike" u="none" sz="1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"这个结论怎么来的？那个数据源链接呢？"</a:t>
            </a: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你得翻两百条聊天记录，才能把当时的判断依据找出来。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826000"/>
            <a:ext cx="50800" cy="7620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20800" y="4826000"/>
            <a:ext cx="990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这不是你不负责。是现在的工具帮你把活干完了，却</a:t>
            </a: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没帮你把过程留下来</a:t>
            </a: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开场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这不是体感，是统计数字里的鸿沟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受控实验中个人编码效率提升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8575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20–55%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88000" y="31750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≠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58000" y="2413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十年 TFP 提升（保守估算）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0" y="28575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~0.5%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4946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5207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这就是"生产率悖论"在 AI 时代的重演：索洛 1987 年说"到处都看得到计算机时代，唯独生产率统计里看不到"。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中间隔着测度、时滞、组织再造——今天我们只聊其中一道：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信息在交接中被压平的那道沟</a:t>
            </a: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现状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单用户这条链，已经被磨得很完整了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Codex / Claude Code 这类 coding agent 的技术栈（自下而上）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68400" y="24130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编排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子代理 · 并行 fan-out · 云端异步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956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68400" y="28956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状态持久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checkpoint 回滚 · worktree 隔离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782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68400" y="33782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协议扩展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MCP 工具协议 · Hooks 治理钩子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8608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68400" y="38608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沙箱与权限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审批策略 · OS 级隔离 · 路径白名单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3434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68400" y="43434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记忆与上下文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系统指令 · 项目记忆 · 压缩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8260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68400" y="48260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循环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tool_use ⇄ tool_result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308600"/>
            <a:ext cx="5080000" cy="431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68400" y="53086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　一次无状态的 API 请求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2413000"/>
            <a:ext cx="4318000" cy="3327400"/>
          </a:xfrm>
          <a:prstGeom prst="roundRect">
            <a:avLst>
              <a:gd name="adj" fmla="val 0"/>
            </a:avLst>
          </a:prstGeom>
          <a:solidFill>
            <a:srgbClr val="C9302C">
              <a:alpha val="4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dash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0" y="2667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0" y="3175000"/>
            <a:ext cx="381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多人任务接续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工作上下文共享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方法/Skill 复用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执行记录与追溯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权限与用量治理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12000" y="5308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这一层基本是空白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28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技术界的一种回答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85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一个很自然的想法：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68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4E9F7"/>
                </a:solidFill>
                <a:latin typeface="Noto Sans SC"/>
                <a:ea typeface="Noto Sans SC"/>
                <a:cs typeface="Noto Sans SC"/>
                <a:sym typeface="Noto Sans SC"/>
              </a:rPr>
              <a:t>既然一个人用 Agent 快，多来几个一起干？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82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这就是"多智能体协同"热起来的起点——但它比"多个 agent 聊天"复杂得多，也有坑。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技术界的一种回答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先别混：这是两种拓扑，不是版本升级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子代理　星型 / 层级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8568096" flipH="false" flipV="false">
            <a:off x="2318814" y="3086044"/>
            <a:ext cx="8867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8469630" flipH="false" flipV="false">
            <a:off x="2318814" y="4013256"/>
            <a:ext cx="8867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-2330369" flipH="false" flipV="false">
            <a:off x="3652457" y="3086044"/>
            <a:ext cx="8867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2231903" flipH="false" flipV="false">
            <a:off x="3652457" y="4013256"/>
            <a:ext cx="8867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2921000" y="3365500"/>
            <a:ext cx="1016000" cy="4064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主线程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2476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51000" y="4127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2476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4127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016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下属只能向主线程汇报，彼此零通信；主线程单点分发、汇总，token 省但有单点瓶颈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　网状 / 对等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2476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349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906000" y="2857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0" y="3873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0" y="3746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0" y="24384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34500" y="25400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79000" y="34290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82000" y="38100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921500" y="31115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5016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队友之间直接喊话；共享任务看板、文件锁、依赖自动调度——但 token 更贵、调试更复杂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技术界的一种回答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它真正填的，是"汇报"这一步的损耗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9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子代理：信息被压缩两次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 读了 20 个文件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5898" flipH="false" flipV="false">
            <a:off x="2667079" y="2889250"/>
            <a:ext cx="50815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175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压缩成一句话摘要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5898" flipH="false" flipV="false">
            <a:off x="4826079" y="2889250"/>
            <a:ext cx="50815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556000"/>
            <a:ext cx="4826000" cy="711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"建议方案 B"——哪一行代码、哪个边界条件、为什么否掉方案 A，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这些细节在压缩时已经被扔了；主线程再转述一次，又衰减一次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09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多智能体协同：点对点，只损耗一次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 发现了关键细节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34374" flipH="false" flipV="false">
            <a:off x="8001032" y="2889250"/>
            <a:ext cx="12700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128000" y="26035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直接喊你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271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 直接收到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556000"/>
            <a:ext cx="4826000" cy="711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发现问题的和需要这个信息的直接对话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这正是 P2 那个"同事接不住"的 agent 版本</a:t>
            </a:r>
          </a:p>
        </p:txBody>
      </p:sp>
      <p:cxnSp>
        <p:nvCxnSpPr>
          <p:cNvPr name="Connector 16" id="16"/>
          <p:cNvCxnSpPr/>
          <p:nvPr/>
        </p:nvCxnSpPr>
        <p:spPr>
          <a:xfrm rot="-4297" flipH="false" flipV="false">
            <a:off x="1016004" y="4819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5080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认知层面也一样：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自己检查自己的考卷，盲点是同一类的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多个独立视角互相挑错，收敛到同一答案才可信；没收敛的分歧点，正好标出哪里有不确定性。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技术界的一种回答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但别急着上：两盆冷水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冷水一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同样多的 token，单 agent 不一定输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2385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 agent 辩论约消耗 </a:t>
            </a: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2–5 倍 token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。但原论文没做对照——后来补上：给单 agent 同样多的 token 让它自己深想，结果能匹配甚至超过多 agent。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它买的不是算力效率，是"独立视角"这个更结构化的东西。</a:t>
            </a:r>
          </a:p>
        </p:txBody>
      </p:sp>
      <p:cxnSp>
        <p:nvCxnSpPr>
          <p:cNvPr name="Connector 7" id="7"/>
          <p:cNvCxnSpPr/>
          <p:nvPr/>
        </p:nvCxnSpPr>
        <p:spPr>
          <a:xfrm rot="5384374" flipH="false" flipV="false">
            <a:off x="4698986" y="3676679"/>
            <a:ext cx="27940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477000" y="2159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冷水二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540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共识崩塌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36195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年一项针对 7–8B 模型的研究发现：</a:t>
            </a: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同质小组辩论不仅没有提升准确性，反而比独立自校正多花 2.1–3.4 倍 token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——大家一起掉到同一个沟里，还因为"别人也这么说"更自信了。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524500"/>
            <a:ext cx="50800" cy="5080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20800" y="55245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同一个模型开三个实例互相点头，那不叫多智能体，叫一场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自我肯定的表演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现在看 TabTin：它选了一条不同的路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68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不急着让 Agent 之间互相聊天，先把</a:t>
            </a: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"人接续人的工作"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做好。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667000"/>
            <a:ext cx="4826000" cy="12065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819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交接 = 冻结上下文，不是甩摘要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3200400"/>
            <a:ext cx="431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任务交接时冻住对话上下文，带上引用过的文档表格——同事打开就知道你当时怎么判断的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667000"/>
            <a:ext cx="4826000" cy="12065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819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人 Agent 操作同一份结果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3200400"/>
            <a:ext cx="431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文档、多维表格、PPT、消息都是在线协作对象，Agent 直接编辑，人不用在聊天框和办公软件间搬运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064000"/>
            <a:ext cx="4826000" cy="12065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21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方法固化为可复用的 Agent 角色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70000" y="4597400"/>
            <a:ext cx="431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验证过的调研方法、Review 规则、测试步骤，沉淀成角色和 Skill，不靠某个人临时写的 Prompt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064000"/>
            <a:ext cx="4826000" cy="12065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421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执行可检查，责任可追溯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4597400"/>
            <a:ext cx="431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权限、模型、用量、执行记录都在；Agent 干活，但判断和验收仍然是人做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65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这个克制，正是上一页那条冷水的回响：没有真正异质性的协同，不如不做。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TabTin 的协作，是四层闭环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349500"/>
            <a:ext cx="10160000" cy="812800"/>
          </a:xfrm>
          <a:prstGeom prst="roundRect">
            <a:avLst>
              <a:gd name="adj" fmla="val 125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3495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937000" y="2349500"/>
            <a:ext cx="7112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Organization / Project / Team Space / Channel / Message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263900"/>
            <a:ext cx="10160000" cy="812800"/>
          </a:xfrm>
          <a:prstGeom prst="roundRect">
            <a:avLst>
              <a:gd name="adj" fmla="val 125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2639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任务派发层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937000" y="3263900"/>
            <a:ext cx="7112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Task · 负责人 · 接受或拒绝 · 状态流转 · 结果验收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178300"/>
            <a:ext cx="10160000" cy="812800"/>
          </a:xfrm>
          <a:prstGeom prst="roundRect">
            <a:avLst>
              <a:gd name="adj" fmla="val 125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1783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团队层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937000" y="4178300"/>
            <a:ext cx="7112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父 Agent / 子 Agent · 角色派发 · 后台并行 · 汇总回收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092700"/>
            <a:ext cx="10160000" cy="812800"/>
          </a:xfrm>
          <a:prstGeom prst="roundRect">
            <a:avLst>
              <a:gd name="adj" fmla="val 1250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0" y="50927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执行治理层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937000" y="5092700"/>
            <a:ext cx="7112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Workspace / Device · HITL 审批 · 预算 · 权限 · 执行记录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一条任务：从一条消息到交付物验收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3495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349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频道讨论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#general 里聊需求、贴材料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56000" y="23495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83000" y="2349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消息转任务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一条消息直接变 Agent 任务，线程自动带入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23495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349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指定负责人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建 Project Task，派给具体某人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36000" y="23495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63000" y="2349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接受 / 拒绝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负责人自己决定接不接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286000" y="4064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413000" y="40640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选执行现场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选自己的 Agent + Workspace + Device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826000" y="4064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953000" y="40640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推进执行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run，过程留 events / comments / 交付物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66000" y="4064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93000" y="40640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验收沉淀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accept result，结果进 deliverables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不是套壳：全栈开源，架构也较真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9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开源范围是真实产品代码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76500"/>
            <a:ext cx="482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桌面端（Electron）与移动端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服务端 + Agent Runtime（569 文件）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实时协作（CRDT 消息 / 文档 / 表格 / PPT）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模型管理与管理后台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许可证 AGPL-3.0，可自部署</a:t>
            </a:r>
          </a:p>
        </p:txBody>
      </p:sp>
      <p:cxnSp>
        <p:nvCxnSpPr>
          <p:cNvPr name="Connector 6" id="6"/>
          <p:cNvCxnSpPr/>
          <p:nvPr/>
        </p:nvCxnSpPr>
        <p:spPr>
          <a:xfrm rot="5385053" flipH="false" flipV="false">
            <a:off x="4635486" y="3613178"/>
            <a:ext cx="29210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477000" y="209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三个架构决策，能看出它想做什么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2476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≠ Device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身份和执行环境解耦——同一个 Agent 可以在不同电脑上跑，手机发起、桌面执行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3302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交接 ≠ 共享目录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Workspace 是私有的，交接只带引用材料和上下文，不把你的整个目录甩给同事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4127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Shadow Git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检查点挂在用户项目外的影子仓库，用 core.worktree 指向项目——不污染你自己的 .git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5454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565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 Public Preview（公开预览）阶段 · github.com/tabtin-ai/TabTin · 官网 tabtin.com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也组队：受控派发，不是网状聊天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4572000" y="2286000"/>
            <a:ext cx="3048000" cy="609600"/>
          </a:xfrm>
          <a:prstGeom prst="roundRect">
            <a:avLst>
              <a:gd name="adj" fmla="val 50000"/>
            </a:avLst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0" y="2286000"/>
            <a:ext cx="304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父 Agent · 拆任务 / 汇总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10372404" flipH="false" flipV="false">
            <a:off x="2526929" y="3105151"/>
            <a:ext cx="35821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8" id="8"/>
          <p:cNvCxnSpPr/>
          <p:nvPr/>
        </p:nvCxnSpPr>
        <p:spPr>
          <a:xfrm rot="5298918" flipH="false" flipV="false">
            <a:off x="5880100" y="3105243"/>
            <a:ext cx="43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9" id="9"/>
          <p:cNvCxnSpPr/>
          <p:nvPr/>
        </p:nvCxnSpPr>
        <p:spPr>
          <a:xfrm rot="403218" flipH="false" flipV="false">
            <a:off x="6082951" y="3105151"/>
            <a:ext cx="35821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397000" y="3365500"/>
            <a:ext cx="2286000" cy="1168400"/>
          </a:xfrm>
          <a:prstGeom prst="roundRect">
            <a:avLst>
              <a:gd name="adj" fmla="val 8695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24000" y="3365500"/>
            <a:ext cx="2032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数据采集员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readonly · 后台并行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53000" y="3365500"/>
            <a:ext cx="2286000" cy="1168400"/>
          </a:xfrm>
          <a:prstGeom prst="roundRect">
            <a:avLst>
              <a:gd name="adj" fmla="val 8695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0" y="3365500"/>
            <a:ext cx="2032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技术审查员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readonly · 结构化 findings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509000" y="3365500"/>
            <a:ext cx="2286000" cy="1168400"/>
          </a:xfrm>
          <a:prstGeom prst="roundRect">
            <a:avLst>
              <a:gd name="adj" fmla="val 8695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636000" y="3365500"/>
            <a:ext cx="2032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文档撰写员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汇总输出 · 可续跑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953000"/>
            <a:ext cx="3111500" cy="1016000"/>
          </a:xfrm>
          <a:prstGeom prst="roundRect">
            <a:avLst>
              <a:gd name="adj" fmla="val 100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43000" y="4953000"/>
            <a:ext cx="2857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role ≠ prompt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谁来做，和做什么，分开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33900" y="4953000"/>
            <a:ext cx="3111500" cy="1016000"/>
          </a:xfrm>
          <a:prstGeom prst="roundRect">
            <a:avLst>
              <a:gd name="adj" fmla="val 100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60900" y="4953000"/>
            <a:ext cx="2857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默认不继承父上下文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只给自包含任务，不被原文污染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64500" y="4953000"/>
            <a:ext cx="3111500" cy="1016000"/>
          </a:xfrm>
          <a:prstGeom prst="roundRect">
            <a:avLst>
              <a:gd name="adj" fmla="val 100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91500" y="4953000"/>
            <a:ext cx="2857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受控团队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审查与执行分开，有预算和队列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交接的四种档位：看、说、抄、接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349500"/>
            <a:ext cx="2349500" cy="2921000"/>
          </a:xfrm>
          <a:prstGeom prst="roundRect">
            <a:avLst>
              <a:gd name="adj" fmla="val 4324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2766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实时查看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746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跟进任务进展，不能操作发送方的现场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2349500"/>
            <a:ext cx="2349500" cy="2921000"/>
          </a:xfrm>
          <a:prstGeom prst="roundRect">
            <a:avLst>
              <a:gd name="adj" fmla="val 4324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25400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说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32766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实时协作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3746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可发言驱动 Agent；执行、审批、费用仍在任务所有者这边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2349500"/>
            <a:ext cx="2349500" cy="2921000"/>
          </a:xfrm>
          <a:prstGeom prst="roundRect">
            <a:avLst>
              <a:gd name="adj" fmla="val 4324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0" y="25400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2766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Fork 抄走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746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可实时查看，并复制成自己的任务继续推进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636000" y="2349500"/>
            <a:ext cx="2349500" cy="2921000"/>
          </a:xfrm>
          <a:prstGeom prst="roundRect">
            <a:avLst>
              <a:gd name="adj" fmla="val 4324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636000" y="25400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763000" y="32766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交给同事继续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763000" y="3746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冻结上下文、带引用材料，他选自己的 Agent 和 Workspace 续接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TabTin 站在哪：和 Codex / Claude Code 比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2032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794000"/>
                <a:gridCol w="2794000"/>
                <a:gridCol w="2921000"/>
              </a:tblGrid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Codex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 Code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TabTin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302C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设计假设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单人 coding，派发后走开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单人 coding，人在终端前盯着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团队协作，人+Agent 一起干活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沙箱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内核级 Seatbelt / Landlock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应用层 hooks + 权限询问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应用层 judge()，三档审批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worktree 隔离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/rewind，不追踪 Bash 副作用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Shadow Git，不污染 .git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多人协作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Teams，研究预览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CRDT 原生，人和 Agent 同一份文档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工作交接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会话历史在本地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冻结上下文带引用，换人接得住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1016000" y="584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Codex / Claude Code 把左边磨到极致，TabTin 站在右边那层空白上——不是替代品，是补位。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技术纵深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它背后，怎么撑起来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17600" y="2286000"/>
            <a:ext cx="171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Django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 API 与权限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111500" y="22860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213100" y="2286000"/>
            <a:ext cx="171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存权威业务事实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207000" y="22860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08600" y="2286000"/>
            <a:ext cx="171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Redis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缓存 / 锁 / 队列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5560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17600" y="3556000"/>
            <a:ext cx="171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Celery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后台耗时任务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11500" y="35560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213100" y="3556000"/>
            <a:ext cx="171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Centrifugo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实时聊天推送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07000" y="3556000"/>
            <a:ext cx="1905000" cy="1079500"/>
          </a:xfrm>
          <a:prstGeom prst="roundRect">
            <a:avLst>
              <a:gd name="adj" fmla="val 94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08600" y="3556000"/>
            <a:ext cx="171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OSS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存大文件与产物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66000" y="2286000"/>
            <a:ext cx="3683000" cy="1333500"/>
          </a:xfrm>
          <a:prstGeom prst="roundRect">
            <a:avLst>
              <a:gd name="adj" fmla="val 7619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93000" y="2286000"/>
            <a:ext cx="342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两套实时通道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Centrifugo：聊天 / 通知广播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自研 WS Gateway：Agent 流 · 设备控制 · HITL 审批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66000" y="3619500"/>
            <a:ext cx="3683000" cy="1333500"/>
          </a:xfrm>
          <a:prstGeom prst="roundRect">
            <a:avLst>
              <a:gd name="adj" fmla="val 7619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93000" y="3619500"/>
            <a:ext cx="342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三档审批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always_ask / auto / full_access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群协作空间强制 always_ask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461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沙箱：应用层 judge + 可选 OS 级沙箱（Linux bwrap / macOS sandbox-exec / Windows 降级）· 时间紧可跳，留作 Q&amp;A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合流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两条路，填的是同一道沟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4318000" cy="1905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2514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921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技术界的桥：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保护 agent 之间的</a:t>
            </a: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独立视角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，不被层级汇报压平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58000" y="2286000"/>
            <a:ext cx="4318000" cy="1905000"/>
          </a:xfrm>
          <a:prstGeom prst="roundRect">
            <a:avLst>
              <a:gd name="adj" fmla="val 0"/>
            </a:avLst>
          </a:prstGeom>
          <a:solidFill>
            <a:srgbClr val="C9302C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0" y="2514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TabTin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0" y="2921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产品界的桥：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保护人之间的</a:t>
            </a: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工作上下文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，不被交接丢掉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88000" y="2984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86000" y="4699000"/>
            <a:ext cx="762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132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540000" y="48514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共同的敌人：信息从一个工作主体传到另一个时，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在"汇报 / 交接"这一步被压成了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有损摘要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收尾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不用等平台，今天就能开始一件事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52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97000" y="2540000"/>
            <a:ext cx="939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下次你用 AI 做完一个东西，别只把最终文件丢给同事——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把</a:t>
            </a: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"我当时为什么这么判断、参考了哪几个资料、否掉了哪个方案"</a:t>
            </a: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一起交出去。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318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这正是 TabTin 在工程上自动化的事，但今天手动就能做。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多智能体也好，协作平台也好，核心就一句：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让工作能被下一个人接得住。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90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END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4765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真正的效率红利，可能不在一个人用多快，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3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而在一群人能不能</a:t>
            </a:r>
            <a:r>
              <a:rPr lang="en-US" b="true" i="false" strike="noStrike" u="none" sz="3400">
                <a:solidFill>
                  <a:srgbClr val="D4E9F7"/>
                </a:solidFill>
                <a:latin typeface="Noto Sans SC"/>
                <a:ea typeface="Noto Sans SC"/>
                <a:cs typeface="Noto Sans SC"/>
                <a:sym typeface="Noto Sans SC"/>
              </a:rPr>
              <a:t>互相接住</a:t>
            </a:r>
            <a:r>
              <a:rPr lang="en-US" b="true" i="false" strike="noStrike" u="none" sz="3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name="Connector 4" id="4"/>
          <p:cNvCxnSpPr/>
          <p:nvPr/>
        </p:nvCxnSpPr>
        <p:spPr>
          <a:xfrm rot="-28646" flipH="false" flipV="false">
            <a:off x="1016026" y="4565650"/>
            <a:ext cx="15240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4889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TabTin · 开源 · AGPL-3.0 · Public Preview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34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github.com/tabtin-ai/TabTin　·　tabtin.com　·　欢迎一起跑一跑，聊聊想法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